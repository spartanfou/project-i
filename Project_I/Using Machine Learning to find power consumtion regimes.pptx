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566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D21D8-5ABB-EA11-BDD4-D05A33E61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762CD-7C84-6B79-3DAE-496E7BC40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1E3E0-22C7-B478-54AE-F2C3CBA0A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E514F-3689-B2D4-6B16-A3F83BC5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61BAE-3C71-928E-54E1-83F0F404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68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376E-21FE-5B0D-40A3-FA99EA4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03856-6A79-5DE9-E941-FE9B66C60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90103-33B9-88A0-27C2-C320E17F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D887D-4972-F586-E16D-191743F3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11961-1F4F-0AB6-A34D-C286ED51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28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487E-43FD-7B7F-12C3-9FC09FF4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FCB49-7491-8444-982A-7D8852F0B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17A78-EBAB-2148-938B-E7FD0285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C2D20-DEBD-6A55-AFBD-674582A0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7F64B-CD91-1923-8F90-38A608DF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12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30C8-3D67-FE3C-A142-6169DF78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67E0-46E3-E2F2-3063-FB8CA2AF9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6E129-13BB-3B40-3840-3335E6FD1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58493-8A55-6FDF-BEC3-E48F4D41B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49CDC-B711-83D7-33B7-3D3BBB9D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F1C0F-79FC-679F-5E5D-CC327A81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72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A027-3771-0497-E030-28709727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B6C95-F69B-CE3F-D8A7-1269C9352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D6D3F-77A4-5780-8AD3-CA5412620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1C19D-8BC0-C090-CDD1-AA9669226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03A67-9F01-F111-7659-88621ED43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E9FBF-1DB9-F3F1-C148-43E14158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C8AF53-11DA-E0A0-60B0-7E61FF97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738E6-1B9D-D77D-DBFA-404142BA3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10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5901-8FEB-3FAD-35BE-577CA3F6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5750F-B474-A35B-7E22-607ADCB0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C0400-0772-A622-BE74-C73FB3F8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06110-8EAB-9759-ACD4-B874F4C6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21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466DA-C25A-4265-02C8-2C41A6395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D65AE-6F44-4757-4E17-84D28075D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F97C3-0B31-8505-5E57-7C11EA87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2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AE69-79A7-6B07-4405-72B2BCB4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9B1E5-161E-C535-6BED-05C053FB6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744E6-5D66-D32B-218F-4BD9D828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B2200-1F81-5511-F000-B1635A1E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CEA75-29E6-ADFB-9615-B59CC16BE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24299-6A61-930E-7265-4E5D5B56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44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B0C1F-D2EE-C271-B927-25713E1A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C189DE-920A-AD35-6C6E-3B579A39D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7D374-76B1-8CFD-59B9-0C5C61BA9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7ED09-7B01-62CB-6353-CF034531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006F6-6DB9-70E0-7509-D3C23342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078C5-BD27-56C9-4CD4-E7CB59DD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88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D7C8-6203-9477-96A3-F28B8D336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5802A-A828-F07D-5BE8-BFA5FDC6D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6509-AC68-5E98-C189-04A375B7F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0E940-1043-6522-265B-B584CDDB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8D757-A69F-19FD-407D-A03D9EB4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4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064B5-F3AD-FBBA-4AF0-1CEEC6A21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BC564-45A1-78D1-8162-8D0872CD1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E6DA7-947A-5EE0-AF73-702B02E2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80CDE-CF30-6B9B-27D5-1CE828FC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8D2C8-35DD-E552-4B97-FA672E7B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75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9D3F7-928D-2D16-AF18-A4DC9CA05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06B47-B5C6-1880-045B-8D3488779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8D12-05EC-43F1-A61D-AAD64F1B4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97E7C-D359-48A2-A05E-F7C0A2103E3B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C417-68AA-7556-12D4-1BC6E1582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92BD4-C9B0-7E9D-CE83-5E1232874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951CB-6EE1-4CBC-A590-53FA6071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374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A53C-4F79-3DD4-6D36-BB58333B2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Using Machine Learning to find power </a:t>
            </a:r>
            <a:r>
              <a:rPr lang="en-GB" dirty="0" err="1"/>
              <a:t>consumtion</a:t>
            </a:r>
            <a:r>
              <a:rPr lang="en-GB" dirty="0"/>
              <a:t> regimes of FS building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A8F78-53FE-A9E9-246B-1EEC10456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43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1E41-EC57-74B4-231E-699E41D4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task?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F7BFCC-B504-4C0F-E339-5F0A8BC9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1" y="3669038"/>
            <a:ext cx="5720080" cy="28238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546A40-0582-A9C4-5D15-A5CC9C6A81D8}"/>
              </a:ext>
            </a:extLst>
          </p:cNvPr>
          <p:cNvSpPr txBox="1"/>
          <p:nvPr/>
        </p:nvSpPr>
        <p:spPr>
          <a:xfrm>
            <a:off x="1359511" y="1529080"/>
            <a:ext cx="6202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existing dataset that contains data from main power meter, hall power meter, hourly outside temperatures,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Explore different clustering methods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Try to find regimes of power </a:t>
            </a:r>
            <a:r>
              <a:rPr lang="en-GB" dirty="0" err="1"/>
              <a:t>conusmption</a:t>
            </a:r>
            <a:r>
              <a:rPr lang="en-GB" dirty="0"/>
              <a:t> like </a:t>
            </a:r>
            <a:r>
              <a:rPr lang="en-GB" dirty="0" err="1"/>
              <a:t>f.e</a:t>
            </a:r>
            <a:r>
              <a:rPr lang="en-GB" dirty="0"/>
              <a:t>. summer break weekday, holiday during winter semester,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it for further </a:t>
            </a:r>
            <a:r>
              <a:rPr lang="en-GB" dirty="0" err="1"/>
              <a:t>AutoML</a:t>
            </a:r>
            <a:r>
              <a:rPr lang="en-GB" dirty="0"/>
              <a:t> approach for modelling the future power consumption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3E2A62-DAFD-D976-55CF-66F0C9CC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27" r="51140"/>
          <a:stretch>
            <a:fillRect/>
          </a:stretch>
        </p:blipFill>
        <p:spPr>
          <a:xfrm>
            <a:off x="8083501" y="0"/>
            <a:ext cx="351414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D2CE3D-1160-1A15-7B80-E182FA2602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116"/>
          <a:stretch>
            <a:fillRect/>
          </a:stretch>
        </p:blipFill>
        <p:spPr>
          <a:xfrm>
            <a:off x="11353800" y="0"/>
            <a:ext cx="776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65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9B9D-A09E-97FF-1948-8909FAB5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have I done?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E85F0-8AE9-52E8-E0CD-02FD5E91B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361" y="1493354"/>
            <a:ext cx="11531278" cy="417824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Explored different methods to pre-process data (daily/weekly aggregation, detrending, adding lagged features, adding rolling features, etc</a:t>
            </a:r>
          </a:p>
          <a:p>
            <a:endParaRPr lang="en-GB" dirty="0"/>
          </a:p>
          <a:p>
            <a:pPr>
              <a:lnSpc>
                <a:spcPct val="60000"/>
              </a:lnSpc>
            </a:pPr>
            <a:r>
              <a:rPr lang="en-GB" dirty="0"/>
              <a:t>Explored performance of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dirty="0"/>
              <a:t>   different clustering models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dirty="0"/>
              <a:t>   including K-means,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dirty="0"/>
              <a:t>   Gaussian Mixture Mode,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dirty="0"/>
              <a:t>   Markov Hidden Model etc.</a:t>
            </a:r>
          </a:p>
          <a:p>
            <a:pPr marL="0" indent="0">
              <a:lnSpc>
                <a:spcPct val="60000"/>
              </a:lnSpc>
              <a:buNone/>
            </a:pPr>
            <a:endParaRPr lang="en-GB" dirty="0"/>
          </a:p>
          <a:p>
            <a:pPr>
              <a:lnSpc>
                <a:spcPct val="60000"/>
              </a:lnSpc>
            </a:pPr>
            <a:r>
              <a:rPr lang="en-GB" dirty="0"/>
              <a:t>Now exploring the embedding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dirty="0"/>
              <a:t>   of different models with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GB" dirty="0"/>
              <a:t>   different cluster scopes 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5C7A5D-B92A-4841-33A0-CA206FE36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94" y="2818917"/>
            <a:ext cx="6906406" cy="339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4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D242-A02F-FBC8-7C16-673677D6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am I going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BCF92-A2FD-D865-E6D9-088941857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Find the most appropriate way for clustering.</a:t>
            </a:r>
          </a:p>
          <a:p>
            <a:r>
              <a:rPr lang="en-GB" dirty="0"/>
              <a:t>Use the data to divide timeseries into different regimes, and train models for each</a:t>
            </a:r>
          </a:p>
          <a:p>
            <a:r>
              <a:rPr lang="en-GB" dirty="0"/>
              <a:t>Use clusters for switching the models</a:t>
            </a:r>
          </a:p>
          <a:p>
            <a:r>
              <a:rPr lang="en-GB" dirty="0"/>
              <a:t>Compare the precision of switching with </a:t>
            </a:r>
            <a:r>
              <a:rPr lang="en-GB" dirty="0" err="1"/>
              <a:t>autoML</a:t>
            </a:r>
            <a:r>
              <a:rPr lang="en-GB" dirty="0"/>
              <a:t> detective methods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053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181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Using Machine Learning to find power consumtion regimes of FS building</vt:lpstr>
      <vt:lpstr>What is the task? </vt:lpstr>
      <vt:lpstr>What have I done? </vt:lpstr>
      <vt:lpstr>What am I going to do</vt:lpstr>
    </vt:vector>
  </TitlesOfParts>
  <Company>Mubea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Zaizzhai, Mykyta</dc:creator>
  <cp:lastModifiedBy>Zaizzhai, Mykyta</cp:lastModifiedBy>
  <cp:revision>1</cp:revision>
  <dcterms:created xsi:type="dcterms:W3CDTF">2026-03-30T19:47:03Z</dcterms:created>
  <dcterms:modified xsi:type="dcterms:W3CDTF">2026-03-30T20:12:55Z</dcterms:modified>
</cp:coreProperties>
</file>